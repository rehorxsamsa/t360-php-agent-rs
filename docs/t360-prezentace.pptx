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Hlavní sdělení: agent je role s hranicemi, ne chatbot. Hooky jsou deterministické pojistky. LLM v aplikaci je zaměnitelná závislost za rozhraním.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Číslo 0: composer require obsahuje jen rozšíření PHP; PHPUnit, PHPStan a PHP-CS-Fixer jsou vývojové. AI klient je vlastní, přes cURL.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podle práce: drahý tam, kde se rozhoduje, levnější tam, kde se vykonává. Subagent nevidí konverzaci, vedoucí mu musí dát cíl, plán, soubory a kritéria.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Znalostní skills: ai-integrace, bezpecnost-owasp, php-oop-standardy, db-migrace, devops-kontrakt, tutorial-kapitola. Malé funkce šly mimo plnou pipeline, tuto odchylku pojmenujte.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 tomto repu jsou hooky bash-strazce a chran-soubory záměrně v demo režimu (uvolněné). Říct nahlas. Přísnější verze je v historii gitu.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Pět designových rozhodnutí: port a adaptér, dekorátor, falešný klient jako first-class, vlastní tenká integrace místo SDK (ADR-0006), výstup modelu je nedůvěryhodný vstup.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Příklad 04 s článkem demo-injection předvádí obranu proti vloženému pokynu. Streaming přerušený klientem se zaloguje se stopReason aborted.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2"/>
                </a:solidFill>
              </a:rPr>
              <a:t>t360-php-agent-rs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7498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Redakční systém, který napsali agenti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Tým AI agentů, skills a hooky v Claude Code a architektura AI v čistém PHP 8.4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389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Prezentace pro programátory  ·  podrobný scénář: docs/DEMO.md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Co je aplikace a jak vznikla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920240" cy="22860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50876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5146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agentů s vlastními rolemi, modely a nástroji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542032" y="1371600"/>
            <a:ext cx="1920240" cy="22860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679192" y="150876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6000" dirty="0"/>
          </a:p>
        </p:txBody>
      </p:sp>
      <p:sp>
        <p:nvSpPr>
          <p:cNvPr id="8" name="Text 6"/>
          <p:cNvSpPr txBox="1"/>
          <p:nvPr/>
        </p:nvSpPr>
        <p:spPr>
          <a:xfrm>
            <a:off x="2679192" y="25146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skills: 4 postupy a 6 znalostních příruček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26864" y="1371600"/>
            <a:ext cx="1920240" cy="22860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64024" y="150876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6000" dirty="0"/>
          </a:p>
        </p:txBody>
      </p:sp>
      <p:sp>
        <p:nvSpPr>
          <p:cNvPr id="11" name="Text 9"/>
          <p:cNvSpPr txBox="1"/>
          <p:nvPr/>
        </p:nvSpPr>
        <p:spPr>
          <a:xfrm>
            <a:off x="4764024" y="25146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AI příkladů: od perexu po agenta s nástroji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711696" y="1371600"/>
            <a:ext cx="1920240" cy="22860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48856" y="150876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6000" dirty="0"/>
          </a:p>
        </p:txBody>
      </p:sp>
      <p:sp>
        <p:nvSpPr>
          <p:cNvPr id="14" name="Text 12"/>
          <p:cNvSpPr txBox="1"/>
          <p:nvPr/>
        </p:nvSpPr>
        <p:spPr>
          <a:xfrm>
            <a:off x="6848856" y="25146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runtime závislostí, jen PHP 8.4 a cURL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931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CMS v PHP 8.4 bez frameworku, MariaDB 11.8, vše v Dockeru. Člověk zadává a schvaluje, agenti plánují, testují, implementují a revidují.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Tým agentů: role, ne chatbot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920240" cy="12801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66928" y="1389888"/>
            <a:ext cx="1700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architekt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7373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opus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011680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plán a ADR, nepíše kód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42032" y="1280160"/>
            <a:ext cx="1920240" cy="12801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651760" y="1389888"/>
            <a:ext cx="1700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programator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651760" y="17373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opus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651760" y="2011680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kód podle plánu, Stop hook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26864" y="1280160"/>
            <a:ext cx="1920240" cy="12801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36592" y="1389888"/>
            <a:ext cx="1700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ai-inzenyr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736592" y="17373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sonnet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736592" y="2011680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LLM klient, prompty, tool use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711696" y="1280160"/>
            <a:ext cx="1920240" cy="12801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21424" y="1389888"/>
            <a:ext cx="1700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databazista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821424" y="17373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sonnet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821424" y="2011680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migrace, MCP jen SELECT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2697480"/>
            <a:ext cx="1920240" cy="12801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66928" y="2807208"/>
            <a:ext cx="1700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tester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66928" y="31546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opus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66928" y="3429000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testy napřed, E2E Playwright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542032" y="2697480"/>
            <a:ext cx="1920240" cy="12801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651760" y="2807208"/>
            <a:ext cx="1700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security-reviewer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2651760" y="31546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opus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2651760" y="3429000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jen čte, OWASP + LLM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626864" y="2697480"/>
            <a:ext cx="1920240" cy="12801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736592" y="2807208"/>
            <a:ext cx="1700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devops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4736592" y="31546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sonnet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4736592" y="3429000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Docker, Makefile, CI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711696" y="2697480"/>
            <a:ext cx="1920240" cy="12801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821424" y="2807208"/>
            <a:ext cx="1700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technicky-spisovatel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6821424" y="31546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sonnet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6821424" y="3429000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tutoriál a README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3"/>
                </a:solidFill>
              </a:rPr>
              <a:t>Nejmenší nutná oprávnění: revizor nezapisuje, databazista jen čte, architekt nepíše kód.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Skills: pipeline /feature se dvěma branami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920240" cy="105156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1389888"/>
            <a:ext cx="347472" cy="347472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13898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38988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Plán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84708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architekt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42032" y="1280160"/>
            <a:ext cx="1920240" cy="10515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51760" y="1389888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51760" y="13898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090672" y="138988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Testy napřed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651760" y="184708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tester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26864" y="1280160"/>
            <a:ext cx="1920240" cy="10515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36592" y="1389888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36592" y="13898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175504" y="138988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Implementace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736592" y="184708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programator, ai-inzenyr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711696" y="1280160"/>
            <a:ext cx="1920240" cy="10515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21424" y="1389888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21424" y="13898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260336" y="138988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Ověření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821424" y="184708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make qa + E2E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2514600"/>
            <a:ext cx="1920240" cy="10515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6928" y="2624328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66928" y="2624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005840" y="262432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Revize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66928" y="308152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security-reviewer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542032" y="2514600"/>
            <a:ext cx="1920240" cy="10515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651760" y="2624328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651760" y="2624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3090672" y="262432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Dokumentace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2651760" y="308152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spisovatel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626864" y="2514600"/>
            <a:ext cx="1920240" cy="105156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36592" y="2624328"/>
            <a:ext cx="347472" cy="347472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736592" y="2624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7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5175504" y="262432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Report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4736592" y="308152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člověk schvaluje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711696" y="2514600"/>
            <a:ext cx="1920240" cy="10515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821424" y="2624328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821424" y="2624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8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7260336" y="262432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Commit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6821424" y="308152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/commit, bez push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Oranžově: brány, kde se agent zastaví a čeká na člověka. Postupy spouští člověk (/feature, /commit, /audit, /retro), znalosti si agent načte sám.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Tři mechanismy, tři různé záruky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606040" cy="26517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46304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0574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4688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3"/>
                </a:solidFill>
              </a:rPr>
              <a:t>doporučení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83464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CLAUDE.md a AGENTS.md: konvence, jazyk, postup. Model je může obejít.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64408" y="1280160"/>
            <a:ext cx="2606040" cy="26517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47288" y="14630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47288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447288" y="20574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Oprávnění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3447288" y="24688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1"/>
                </a:solidFill>
              </a:rPr>
              <a:t>tvrdá hranice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447288" y="283464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settings.json: deny pro git push, sudo, php, composer, čtení .env; ask pro mazání.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071616" y="1280160"/>
            <a:ext cx="2606040" cy="26517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54496" y="146304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54496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254496" y="20574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Hooky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6254496" y="24688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4"/>
                </a:solidFill>
              </a:rPr>
              <a:t>pojistka při události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254496" y="283464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php-lint po zápisu, skener tajemství před commitem, Stop hook programátora.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Hooky nejsou bezpečnostní hranice. Hranicí je allowlist a izolace v Dockeru (PHP ani Node na hostiteli není).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Architektura AI: port, dekorátor, adaptéry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3774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5331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Controller / ai:priklad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91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ExampleRunner, příklady 01–07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834640" y="1691640"/>
            <a:ext cx="548640" cy="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383280" y="1280160"/>
            <a:ext cx="2377440" cy="822960"/>
          </a:xfrm>
          <a:prstGeom prst="roundRect">
            <a:avLst>
              <a:gd name="adj" fmla="val 888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74720" y="135331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LlmClient (port)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1691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complete() a stream()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760720" y="1691640"/>
            <a:ext cx="548640" cy="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309360" y="1280160"/>
            <a:ext cx="2377440" cy="822960"/>
          </a:xfrm>
          <a:prstGeom prst="roundRect">
            <a:avLst>
              <a:gd name="adj" fmla="val 8889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0" y="135331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MeteredLlmClient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1691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limit tokenů, cena, log ai_calls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498080" y="2103120"/>
            <a:ext cx="0" cy="54864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 flipH="1">
            <a:off x="5760720" y="2103120"/>
            <a:ext cx="914400" cy="54864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846320" y="2651760"/>
            <a:ext cx="182880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937760" y="272491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FakeLlmClient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937760" y="30632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výchozí, bez sítě a klíče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58000" y="2651760"/>
            <a:ext cx="1828800" cy="822960"/>
          </a:xfrm>
          <a:prstGeom prst="roundRect">
            <a:avLst>
              <a:gd name="adj" fmla="val 8889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949440" y="272491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AnthropicClient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949440" y="30632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retry, SSE, caching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772400" y="3474720"/>
            <a:ext cx="0" cy="27432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858000" y="3749040"/>
            <a:ext cx="182880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949440" y="382219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HttpTransport → cURL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274320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Výměna poskytovatele je jedna řádka v kompozičním kořeni.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338328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Dekorátor nejde obejít volbou poskytovatele. Do logu jen metadata, nikdy texty.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Sedm příkladů a jak je chráníme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4297680" cy="402336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66928" y="123444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01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23444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Perex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2240280" y="123444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základní volání, cena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709928"/>
            <a:ext cx="4297680" cy="402336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66928" y="170992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02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170992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SEO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240280" y="1709928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structured output, retry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185416"/>
            <a:ext cx="4297680" cy="402336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66928" y="2185416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03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2185416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Štítky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240280" y="2185416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levný model, caching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660904"/>
            <a:ext cx="4297680" cy="402336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66928" y="2660904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04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2660904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Kontrola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2240280" y="2660904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prompt injection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136392"/>
            <a:ext cx="4297680" cy="402336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66928" y="3136392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05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051560" y="313639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Překlad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2240280" y="3136392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porovnání modelů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3611880"/>
            <a:ext cx="4297680" cy="402336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66928" y="361188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06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051560" y="361188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Asistent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2240280" y="361188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streaming (SSE)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" y="4087368"/>
            <a:ext cx="4297680" cy="402336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66928" y="408736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07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1051560" y="408736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Redakce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2240280" y="4087368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tool use smyčka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5120640" y="1234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Bezpečnost LLM</a:t>
            </a:r>
            <a:endParaRPr lang="en-US" sz="2000" dirty="0"/>
          </a:p>
        </p:txBody>
      </p:sp>
      <p:sp>
        <p:nvSpPr>
          <p:cNvPr id="32" name="Text 30"/>
          <p:cNvSpPr txBox="1"/>
          <p:nvPr/>
        </p:nvSpPr>
        <p:spPr>
          <a:xfrm>
            <a:off x="5120640" y="1691640"/>
            <a:ext cx="3566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Injection: data ve značkách, nástroje jen pro čtení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Agent: max. 5 kroků, 3 nástroje, 60 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Výstup: validace v PHP, escapování e()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Náklady: denní limit tokenů, ceník, audit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Klíč jen v .env, maskovaný v logu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5120640" y="41148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06 a 07 jsou v kódu a testech, trasy v prohlížeči se dokončují (plán 008).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 si odnést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4630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Agent je role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81051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s modelem, nástroji, pamětí a hranicemi, verzovaná v gitu.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37744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3774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Hook je pojistka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72491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kontrolu nikdy nesvěřuj jen promptu.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29184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291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32918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LLM je port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63931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zaměnitelný, testovatelný bez sítě, změřený a omezený.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3891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Scénář a živé demo: docs/DEMO.md  ·  architektura: docs/ARCHITECTURE.md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360">
  <a:themeElements>
    <a:clrScheme name="T360">
      <a:dk1>
        <a:srgbClr val="1B2430"/>
      </a:dk1>
      <a:lt1>
        <a:srgbClr val="FFFFFF"/>
      </a:lt1>
      <a:dk2>
        <a:srgbClr val="0F2A3D"/>
      </a:dk2>
      <a:lt2>
        <a:srgbClr val="EEF3F6"/>
      </a:lt2>
      <a:accent1>
        <a:srgbClr val="0E8C8C"/>
      </a:accent1>
      <a:accent2>
        <a:srgbClr val="F2A33A"/>
      </a:accent2>
      <a:accent3>
        <a:srgbClr val="5B7C99"/>
      </a:accent3>
      <a:accent4>
        <a:srgbClr val="C8553D"/>
      </a:accent4>
      <a:accent5>
        <a:srgbClr val="7A9E7E"/>
      </a:accent5>
      <a:accent6>
        <a:srgbClr val="3A4A5C"/>
      </a:accent6>
      <a:hlink>
        <a:srgbClr val="0E8C8C"/>
      </a:hlink>
      <a:folHlink>
        <a:srgbClr val="5B7C99"/>
      </a:folHlink>
    </a:clrScheme>
    <a:fontScheme name="T360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t360-php-agent-rs: agenti, skills a architektura AI</dc:title>
  <dc:subject>PptxGenJS Presentation</dc:subject>
  <dc:creator>t360</dc:creator>
  <cp:lastModifiedBy>t360</cp:lastModifiedBy>
  <cp:revision>1</cp:revision>
  <dcterms:created xsi:type="dcterms:W3CDTF">2026-10-04T11:41:27Z</dcterms:created>
  <dcterms:modified xsi:type="dcterms:W3CDTF">2026-10-04T11:41:27Z</dcterms:modified>
</cp:coreProperties>
</file>